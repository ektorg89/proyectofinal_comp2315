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 snapToObjects="1">
      <p:cViewPr varScale="1">
        <p:scale>
          <a:sx n="105" d="100"/>
          <a:sy n="105" d="100"/>
        </p:scale>
        <p:origin x="17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Sistema de Expedientes Médicos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  <a:latin typeface="Calibri"/>
              </a:rPr>
              <a:t>Dr. Rodríguez  —  Proyecto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[NOMBRE 1]  |  [NOMBRE 2]  |  [NOMBRE 3]  |  [NOMBRE 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COMP 2315 — Programación Estructurada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  <a:latin typeface="Calibri"/>
              </a:rPr>
              <a:t>Prof. Dr. Edgardo Vargas Moya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965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  <a:latin typeface="Calibri"/>
              </a:rPr>
              <a:t>Universidad Interamericana de PR — Recinto de Aguadilla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  <a:latin typeface="Calibri"/>
              </a:rPr>
              <a:t>[SECCIÓN]  |  [FECHA DE ENTREGA]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¿Qué es el Sistema?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Aplicación en Java para gestionar expedientes médicos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Diseñada para el consultorio del Dr. Rodríguez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Interfaz gráfica con diálogos JOptionPane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Persistencia de datos en archivos de texto (.txt)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Acceso seguro mediante login con contraseña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Sistema completo: crear, buscar, actualizar y listar expedientes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Tecnologías Utilizadas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Java SE  —  Lenguaje de programación principal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javax.swing.JOptionPane  —  Interfaz gráfica de diálogos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java.io  —  Lectura y escritura de archivos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java.util.regex  —  Validación con expresiones regulares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java.text.SimpleDateFormat  —  Validación de fechas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java.util.ArrayList  —  Manejo de listas en memoria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Arquitectura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Main.java  —  Punto de entrada y flujo principal del programa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Paciente.java  —  Modelo de datos del expediente (13 campos)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ExpedienteManager.java  —  Lógica CRUD completa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ArchivoManager.java  —  Persistencia en archivos .txt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Validador.java  —  Validaciones con regex y SimpleDateFormat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MenuUtils.java  —  Interfaz de usuario y proceso de login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Campos del Expediente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Nombre, Inicial, Apellidos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Seguro Social (XXX-XX-XXXX)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No. Expediente (EXP-XXXXX)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Fecha de Nacimiento (MM/DD/YYYY)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Sexo (M / F)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Dirección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Plan Médico (6 opciones)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Fecha de Visita (MM/DD/YYYY)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Diagnóstico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Receta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Fecha de Siguiente Visita</a:t>
            </a:r>
          </a:p>
          <a:p>
            <a:pPr>
              <a:spcBef>
                <a:spcPts val="400"/>
              </a:spcBef>
            </a:pPr>
            <a:endParaRPr sz="1600">
              <a:solidFill>
                <a:srgbClr val="1A1A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Demostración —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Al iniciar: mensaje de bienvenida con nombres del equipo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Sistema solicita usuario y contraseña via JOptionPane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Máximo 3 intentos antes de bloquear el acceso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Credenciales validadas con arreglos paralelos (for loop)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Acceso exitoso  →  menú principal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   [Insertar captura de pantalla del login aquí]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Demostración — Crear Expediente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Sistema solicita cada campo uno a uno con JOptionPane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Bucle while por campo: no avanza hasta recibir dato válido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Regex valida Seguro Social y fechas en tiempo real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Número de expediente generado automáticamente (EXP-XXXXX)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Guardado en ArrayList (memoria) y en expedientes.txt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   [Insertar captura de pantalla aquí]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Demostración — Buscar y Actualizar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Buscar por número de expediente (EXP-XXXXX)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Buscar todos los expedientes de una misma fecha de visita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Actualizar: submenú con 11 campos disponibles para modificar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Switch evalúa el campo seleccionado y aplica la validación correcta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Cambios guardados automáticamente reescribiendo el archivo completo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   [Insertar captura de pantalla aquí]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Conceptos de COMP 2315 Aplicados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 if / else  —  Validaciones de campos y resultados de búsqueda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 while  —  Bucle del menú principal y validación de cada campo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 switch  —  Menú principal (6 opciones) y submenú (11 opciones)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 ArrayList&lt;Paciente&gt;  —  Lista de expedientes en memoria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 Arreglos paralelos  —  Credenciales USUARIOS / CONTRASENAS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 Métodos propios y predefinidos  —  String.format, Pattern, SimpleDateFormat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 Manejo de archivos  —  BufferedReader / BufferedWriter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 Expresiones regulares  —  Seguro Social y fechas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Retos y Soluciones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⚠  Reto: Validar fechas reales (no solo el formato)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✓  Solución: SimpleDateFormat con setLenient(false)</a:t>
            </a:r>
          </a:p>
          <a:p>
            <a:pPr>
              <a:spcBef>
                <a:spcPts val="400"/>
              </a:spcBef>
            </a:pPr>
            <a:endParaRPr sz="150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⚠  Reto: Generar números de expediente únicos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✓  Solución: Bucle do-while verificando contra el archivo</a:t>
            </a:r>
          </a:p>
          <a:p>
            <a:pPr>
              <a:spcBef>
                <a:spcPts val="400"/>
              </a:spcBef>
            </a:pPr>
            <a:endParaRPr sz="150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⚠  Reto: Actualizar sin borrar otros expedientes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✓  Solución: Reescribir el archivo completo con la lista en memoria</a:t>
            </a:r>
          </a:p>
          <a:p>
            <a:pPr>
              <a:spcBef>
                <a:spcPts val="400"/>
              </a:spcBef>
            </a:pPr>
            <a:endParaRPr sz="150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⚠  Reto: Manejar cancelación en cualquier paso del formulario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✓  Solución: Verificar null en cada retorno de JOptionPane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Sistema funcional y completo para gestión de expedientes médicos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Cumple todos los requisitos técnicos de COMP 2315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Aplicamos while, switch, if/else, ArrayList, File I/O y regex en un caso real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El trabajo en equipo fue clave para completar el proyecto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El sistema es fácil de usar y puede expandirse en el futuro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Calibri"/>
              </a:rPr>
              <a:t>[NOMBRE 1]  |  [NOMBRE 2]  |  [NOMBRE 3]  |  [NOMBRE 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  <a:latin typeface="Calibri"/>
              </a:rPr>
              <a:t>COMP 2315 — Universidad Interamericana de 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772</Words>
  <Application>Microsoft Macintosh PowerPoint</Application>
  <PresentationFormat>On-screen Show (4:3)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EKTOR M GONZALEZ RAMOS</cp:lastModifiedBy>
  <cp:revision>2</cp:revision>
  <dcterms:created xsi:type="dcterms:W3CDTF">2013-01-27T09:14:16Z</dcterms:created>
  <dcterms:modified xsi:type="dcterms:W3CDTF">2026-04-06T21:42:30Z</dcterms:modified>
  <cp:category/>
</cp:coreProperties>
</file>